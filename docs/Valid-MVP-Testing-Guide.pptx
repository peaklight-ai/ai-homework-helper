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adiabifadel/.claude/skills/plai-pptx/assets/logos/logo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BB8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MVP Testing Guide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Homework Helper v2.2.0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to Test After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adiabifadel/.claude/skills/plai-pptx/assets/logos/logo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B8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Diagnostic Test Flow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Test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as a NEW student (no prior diagnostic)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see full-screen diagnostic automatically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12 questions across math domains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adaptive difficulty adjust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5488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screen shows recommended level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difficulty auto-set in database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can view results in dashboard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has_diagnostic flag set to true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adiabifadel/.claude/skills/plai-pptx/assets/logos/logo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B8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Student Targets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View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as student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targets on home screen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targets as complete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persistence after refresh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5488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teacher dashboard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student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targets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existing targets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adiabifadel/.claude/skills/plai-pptx/assets/logos/logo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B8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Topic Mastery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Test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practice problems as student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correctly and incorrectly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mastery updates in real-time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5488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 percentages update per domain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in student profile (teacher dashboard)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progress bars display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adiabifadel/.claude/skills/plai-pptx/assets/logos/logo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B8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Hints System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Actions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exercise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hints section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 to 5 hints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teaching strategy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5488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Collapsible UI works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 save correctly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 shown progressively to student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guides AI approach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adiabifadel/.claude/skills/plai-pptx/assets/logos/logo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B8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Pedagogy-Based AI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tutoring with students of different grades: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F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1-2: Guided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guided approach, solve together, simple language, concrete examples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4630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33756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F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3: Scaffold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337560" y="20116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strategy, break into steps, teach vocabulary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4630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F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4-6: Coach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26480" y="20116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guiding questions, encourage explanation, more independence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adiabifadel/.claude/skills/plai-pptx/assets/logos/logo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B8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Cognitive Visibility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Test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teacher dashboard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student with completed diagnostic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profile panel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5488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results summary visible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highlighted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to improve shown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topics mastery overview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adiabifadel/.claude/skills/plai-pptx/assets/logos/logo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91440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BB8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Test!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development server: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FE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test the diagnostic flow first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 MVP Testing Guide</dc:title>
  <dc:subject>AI Homework Helper v2.2.0 Testing</dc:subject>
  <dc:creator>PLAI</dc:creator>
  <cp:lastModifiedBy>PLAI</cp:lastModifiedBy>
  <cp:revision>1</cp:revision>
  <dcterms:created xsi:type="dcterms:W3CDTF">2026-02-02T21:55:48Z</dcterms:created>
  <dcterms:modified xsi:type="dcterms:W3CDTF">2026-02-02T21:55:48Z</dcterms:modified>
</cp:coreProperties>
</file>